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9F0644-A551-4DE5-918F-818369C3278B}" v="98" dt="2026-04-05T05:17:28.527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Kayam" userId="a146dbbbf98f666b" providerId="LiveId" clId="{BFB62A66-175C-420B-B437-A47C0EFF22AA}"/>
    <pc:docChg chg="undo custSel modSld">
      <pc:chgData name="Akshitha Kayam" userId="a146dbbbf98f666b" providerId="LiveId" clId="{BFB62A66-175C-420B-B437-A47C0EFF22AA}" dt="2026-04-05T05:17:28.522" v="161" actId="113"/>
      <pc:docMkLst>
        <pc:docMk/>
      </pc:docMkLst>
      <pc:sldChg chg="addSp delSp modSp mod modAnim">
        <pc:chgData name="Akshitha Kayam" userId="a146dbbbf98f666b" providerId="LiveId" clId="{BFB62A66-175C-420B-B437-A47C0EFF22AA}" dt="2026-04-04T16:46:12.625" v="136" actId="20577"/>
        <pc:sldMkLst>
          <pc:docMk/>
          <pc:sldMk cId="1341901065" sldId="302"/>
        </pc:sldMkLst>
        <pc:spChg chg="add mod">
          <ac:chgData name="Akshitha Kayam" userId="a146dbbbf98f666b" providerId="LiveId" clId="{BFB62A66-175C-420B-B437-A47C0EFF22AA}" dt="2026-04-04T16:46:12.625" v="136" actId="20577"/>
          <ac:spMkLst>
            <pc:docMk/>
            <pc:sldMk cId="1341901065" sldId="302"/>
            <ac:spMk id="3" creationId="{631AE1C8-DC28-799F-BB2B-2C3308F5CC44}"/>
          </ac:spMkLst>
        </pc:spChg>
        <pc:spChg chg="del">
          <ac:chgData name="Akshitha Kayam" userId="a146dbbbf98f666b" providerId="LiveId" clId="{BFB62A66-175C-420B-B437-A47C0EFF22AA}" dt="2026-04-04T16:44:15.543" v="110"/>
          <ac:spMkLst>
            <pc:docMk/>
            <pc:sldMk cId="1341901065" sldId="302"/>
            <ac:spMk id="7" creationId="{B21C28F5-3CA3-4B78-B5C9-550C00BB3174}"/>
          </ac:spMkLst>
        </pc:spChg>
        <pc:spChg chg="mod">
          <ac:chgData name="Akshitha Kayam" userId="a146dbbbf98f666b" providerId="LiveId" clId="{BFB62A66-175C-420B-B437-A47C0EFF22AA}" dt="2026-04-04T16:45:37.259" v="119" actId="14100"/>
          <ac:spMkLst>
            <pc:docMk/>
            <pc:sldMk cId="1341901065" sldId="302"/>
            <ac:spMk id="9" creationId="{FEF304F5-32C5-4869-B185-859B567855A8}"/>
          </ac:spMkLst>
        </pc:spChg>
      </pc:sldChg>
      <pc:sldChg chg="modSp mod">
        <pc:chgData name="Akshitha Kayam" userId="a146dbbbf98f666b" providerId="LiveId" clId="{BFB62A66-175C-420B-B437-A47C0EFF22AA}" dt="2026-04-04T16:47:22.308" v="143" actId="14100"/>
        <pc:sldMkLst>
          <pc:docMk/>
          <pc:sldMk cId="3401748718" sldId="304"/>
        </pc:sldMkLst>
        <pc:spChg chg="mod">
          <ac:chgData name="Akshitha Kayam" userId="a146dbbbf98f666b" providerId="LiveId" clId="{BFB62A66-175C-420B-B437-A47C0EFF22AA}" dt="2026-04-04T16:47:22.308" v="143" actId="14100"/>
          <ac:spMkLst>
            <pc:docMk/>
            <pc:sldMk cId="3401748718" sldId="304"/>
            <ac:spMk id="12" creationId="{BC277FD7-925B-4C3D-A364-118403201507}"/>
          </ac:spMkLst>
        </pc:spChg>
      </pc:sldChg>
      <pc:sldChg chg="modSp">
        <pc:chgData name="Akshitha Kayam" userId="a146dbbbf98f666b" providerId="LiveId" clId="{BFB62A66-175C-420B-B437-A47C0EFF22AA}" dt="2026-04-05T05:17:28.522" v="161" actId="113"/>
        <pc:sldMkLst>
          <pc:docMk/>
          <pc:sldMk cId="3696770303" sldId="315"/>
        </pc:sldMkLst>
        <pc:spChg chg="mod">
          <ac:chgData name="Akshitha Kayam" userId="a146dbbbf98f666b" providerId="LiveId" clId="{BFB62A66-175C-420B-B437-A47C0EFF22AA}" dt="2026-04-05T05:17:28.522" v="161" actId="113"/>
          <ac:spMkLst>
            <pc:docMk/>
            <pc:sldMk cId="3696770303" sldId="315"/>
            <ac:spMk id="3" creationId="{EBF2FBC7-3552-4F01-BB27-8BEEE74F7277}"/>
          </ac:spMkLst>
        </pc:spChg>
      </pc:sldChg>
      <pc:sldChg chg="modSp mod modAnim">
        <pc:chgData name="Akshitha Kayam" userId="a146dbbbf98f666b" providerId="LiveId" clId="{BFB62A66-175C-420B-B437-A47C0EFF22AA}" dt="2026-04-04T16:40:41.816" v="97" actId="27636"/>
        <pc:sldMkLst>
          <pc:docMk/>
          <pc:sldMk cId="3098548442" sldId="327"/>
        </pc:sldMkLst>
        <pc:spChg chg="mod">
          <ac:chgData name="Akshitha Kayam" userId="a146dbbbf98f666b" providerId="LiveId" clId="{BFB62A66-175C-420B-B437-A47C0EFF22AA}" dt="2026-04-04T16:40:41.816" v="97" actId="27636"/>
          <ac:spMkLst>
            <pc:docMk/>
            <pc:sldMk cId="3098548442" sldId="327"/>
            <ac:spMk id="2" creationId="{E46E4DD1-270B-4C80-AFF0-EB26F132AF36}"/>
          </ac:spMkLst>
        </pc:spChg>
      </pc:sldChg>
      <pc:sldChg chg="addSp delSp modSp mod modAnim">
        <pc:chgData name="Akshitha Kayam" userId="a146dbbbf98f666b" providerId="LiveId" clId="{BFB62A66-175C-420B-B437-A47C0EFF22AA}" dt="2026-04-04T16:43:48.946" v="109" actId="1076"/>
        <pc:sldMkLst>
          <pc:docMk/>
          <pc:sldMk cId="48075006" sldId="329"/>
        </pc:sldMkLst>
        <pc:spChg chg="del">
          <ac:chgData name="Akshitha Kayam" userId="a146dbbbf98f666b" providerId="LiveId" clId="{BFB62A66-175C-420B-B437-A47C0EFF22AA}" dt="2026-04-04T16:43:00.776" v="106"/>
          <ac:spMkLst>
            <pc:docMk/>
            <pc:sldMk cId="48075006" sldId="329"/>
            <ac:spMk id="2" creationId="{664E3B60-2780-459A-8583-F095D5E7463A}"/>
          </ac:spMkLst>
        </pc:spChg>
        <pc:spChg chg="add mod">
          <ac:chgData name="Akshitha Kayam" userId="a146dbbbf98f666b" providerId="LiveId" clId="{BFB62A66-175C-420B-B437-A47C0EFF22AA}" dt="2026-04-04T16:43:48.946" v="109" actId="1076"/>
          <ac:spMkLst>
            <pc:docMk/>
            <pc:sldMk cId="48075006" sldId="329"/>
            <ac:spMk id="3" creationId="{47B76B8F-BEA1-9DEC-2F2D-0B23CA26C696}"/>
          </ac:spMkLst>
        </pc:spChg>
        <pc:spChg chg="mod">
          <ac:chgData name="Akshitha Kayam" userId="a146dbbbf98f666b" providerId="LiveId" clId="{BFB62A66-175C-420B-B437-A47C0EFF22AA}" dt="2026-04-04T16:43:42.725" v="108" actId="1076"/>
          <ac:spMkLst>
            <pc:docMk/>
            <pc:sldMk cId="48075006" sldId="329"/>
            <ac:spMk id="4" creationId="{1A4A072B-83C6-4607-AE6A-5AD61CC72C44}"/>
          </ac:spMkLst>
        </pc:spChg>
      </pc:sldChg>
      <pc:sldChg chg="modSp mod modAnim">
        <pc:chgData name="Akshitha Kayam" userId="a146dbbbf98f666b" providerId="LiveId" clId="{BFB62A66-175C-420B-B437-A47C0EFF22AA}" dt="2026-04-05T04:34:21.186" v="160" actId="20577"/>
        <pc:sldMkLst>
          <pc:docMk/>
          <pc:sldMk cId="1604013440" sldId="338"/>
        </pc:sldMkLst>
        <pc:spChg chg="mod">
          <ac:chgData name="Akshitha Kayam" userId="a146dbbbf98f666b" providerId="LiveId" clId="{BFB62A66-175C-420B-B437-A47C0EFF22AA}" dt="2026-04-04T16:32:22.937" v="68" actId="20577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Akshitha Kayam" userId="a146dbbbf98f666b" providerId="LiveId" clId="{BFB62A66-175C-420B-B437-A47C0EFF22AA}" dt="2026-04-04T16:32:09.322" v="39" actId="20577"/>
          <ac:spMkLst>
            <pc:docMk/>
            <pc:sldMk cId="1604013440" sldId="338"/>
            <ac:spMk id="4" creationId="{92056599-CDAA-4367-BEF8-31D6E32518C8}"/>
          </ac:spMkLst>
        </pc:spChg>
        <pc:spChg chg="mod">
          <ac:chgData name="Akshitha Kayam" userId="a146dbbbf98f666b" providerId="LiveId" clId="{BFB62A66-175C-420B-B437-A47C0EFF22AA}" dt="2026-04-05T04:34:21.186" v="160" actId="20577"/>
          <ac:spMkLst>
            <pc:docMk/>
            <pc:sldMk cId="1604013440" sldId="338"/>
            <ac:spMk id="9" creationId="{7201737A-B873-4D1D-8A41-5ABF5184BC8F}"/>
          </ac:spMkLst>
        </pc:spChg>
      </pc:sldChg>
      <pc:sldChg chg="addSp modSp mod">
        <pc:chgData name="Akshitha Kayam" userId="a146dbbbf98f666b" providerId="LiveId" clId="{BFB62A66-175C-420B-B437-A47C0EFF22AA}" dt="2026-04-04T16:33:16.178" v="74" actId="14100"/>
        <pc:sldMkLst>
          <pc:docMk/>
          <pc:sldMk cId="1086225493" sldId="339"/>
        </pc:sldMkLst>
        <pc:picChg chg="add mod">
          <ac:chgData name="Akshitha Kayam" userId="a146dbbbf98f666b" providerId="LiveId" clId="{BFB62A66-175C-420B-B437-A47C0EFF22AA}" dt="2026-04-04T16:33:16.178" v="74" actId="14100"/>
          <ac:picMkLst>
            <pc:docMk/>
            <pc:sldMk cId="1086225493" sldId="339"/>
            <ac:picMk id="3" creationId="{651D3598-1958-58D3-2F6C-D150BDE85FA3}"/>
          </ac:picMkLst>
        </pc:picChg>
      </pc:sldChg>
      <pc:sldChg chg="addSp modSp mod">
        <pc:chgData name="Akshitha Kayam" userId="a146dbbbf98f666b" providerId="LiveId" clId="{BFB62A66-175C-420B-B437-A47C0EFF22AA}" dt="2026-04-04T16:35:22.405" v="82" actId="14100"/>
        <pc:sldMkLst>
          <pc:docMk/>
          <pc:sldMk cId="2891153743" sldId="340"/>
        </pc:sldMkLst>
        <pc:picChg chg="add mod">
          <ac:chgData name="Akshitha Kayam" userId="a146dbbbf98f666b" providerId="LiveId" clId="{BFB62A66-175C-420B-B437-A47C0EFF22AA}" dt="2026-04-04T16:35:22.405" v="82" actId="14100"/>
          <ac:picMkLst>
            <pc:docMk/>
            <pc:sldMk cId="2891153743" sldId="340"/>
            <ac:picMk id="3" creationId="{24422D15-166C-D0B9-FE13-75E82E5A732F}"/>
          </ac:picMkLst>
        </pc:picChg>
      </pc:sldChg>
      <pc:sldChg chg="addSp modSp mod">
        <pc:chgData name="Akshitha Kayam" userId="a146dbbbf98f666b" providerId="LiveId" clId="{BFB62A66-175C-420B-B437-A47C0EFF22AA}" dt="2026-04-04T16:36:05.403" v="89" actId="1076"/>
        <pc:sldMkLst>
          <pc:docMk/>
          <pc:sldMk cId="1859795686" sldId="341"/>
        </pc:sldMkLst>
        <pc:picChg chg="add mod">
          <ac:chgData name="Akshitha Kayam" userId="a146dbbbf98f666b" providerId="LiveId" clId="{BFB62A66-175C-420B-B437-A47C0EFF22AA}" dt="2026-04-04T16:36:05.403" v="89" actId="1076"/>
          <ac:picMkLst>
            <pc:docMk/>
            <pc:sldMk cId="1859795686" sldId="341"/>
            <ac:picMk id="3" creationId="{11431F35-8D55-4F9B-7DA8-E9CB0CC58E3D}"/>
          </ac:picMkLst>
        </pc:picChg>
      </pc:sldChg>
      <pc:sldChg chg="addSp modSp mod">
        <pc:chgData name="Akshitha Kayam" userId="a146dbbbf98f666b" providerId="LiveId" clId="{BFB62A66-175C-420B-B437-A47C0EFF22AA}" dt="2026-04-04T16:36:39.070" v="95" actId="1076"/>
        <pc:sldMkLst>
          <pc:docMk/>
          <pc:sldMk cId="2754512327" sldId="342"/>
        </pc:sldMkLst>
        <pc:picChg chg="add mod">
          <ac:chgData name="Akshitha Kayam" userId="a146dbbbf98f666b" providerId="LiveId" clId="{BFB62A66-175C-420B-B437-A47C0EFF22AA}" dt="2026-04-04T16:36:39.070" v="95" actId="1076"/>
          <ac:picMkLst>
            <pc:docMk/>
            <pc:sldMk cId="2754512327" sldId="342"/>
            <ac:picMk id="3" creationId="{FD93847E-E5F1-C328-6C3E-7ACDE66C10DE}"/>
          </ac:picMkLst>
        </pc:picChg>
      </pc:sldChg>
      <pc:sldChg chg="addSp modSp mod">
        <pc:chgData name="Akshitha Kayam" userId="a146dbbbf98f666b" providerId="LiveId" clId="{BFB62A66-175C-420B-B437-A47C0EFF22AA}" dt="2026-04-05T04:31:41.005" v="149"/>
        <pc:sldMkLst>
          <pc:docMk/>
          <pc:sldMk cId="3563231086" sldId="344"/>
        </pc:sldMkLst>
        <pc:spChg chg="add mod">
          <ac:chgData name="Akshitha Kayam" userId="a146dbbbf98f666b" providerId="LiveId" clId="{BFB62A66-175C-420B-B437-A47C0EFF22AA}" dt="2026-04-05T04:31:41.005" v="149"/>
          <ac:spMkLst>
            <pc:docMk/>
            <pc:sldMk cId="3563231086" sldId="344"/>
            <ac:spMk id="5" creationId="{71786A8A-015B-A6DB-909D-A8BE86F0337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SHITHA-2109/Network-Port-Scanner-GUI.git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6956" y="325874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Kayam Akshitha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10" y="2050553"/>
            <a:ext cx="5517281" cy="743448"/>
          </a:xfrm>
        </p:spPr>
        <p:txBody>
          <a:bodyPr>
            <a:normAutofit/>
          </a:bodyPr>
          <a:lstStyle/>
          <a:p>
            <a:r>
              <a:rPr lang="en-IN" sz="3200" dirty="0"/>
              <a:t>Network Port Scanner GUI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4493308" y="4084144"/>
            <a:ext cx="3568341" cy="861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>
                <a:solidFill>
                  <a:schemeClr val="tx1"/>
                </a:solidFill>
              </a:rPr>
              <a:t>AICTE </a:t>
            </a:r>
            <a:r>
              <a:rPr lang="en-US" b="0" dirty="0">
                <a:solidFill>
                  <a:schemeClr val="tx1"/>
                </a:solidFill>
              </a:rPr>
              <a:t>ID : </a:t>
            </a:r>
            <a:r>
              <a:rPr lang="en-IN" b="0" dirty="0"/>
              <a:t>STU68b7d0142aaab1756876820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Many port scanning tools are command-line based and difficult for beginners to use. There is a need for a simple graphical interface to easily identify open ports and understand network vulnerabilities.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  </a:t>
            </a:r>
            <a:br>
              <a:rPr lang="en-GB" dirty="0"/>
            </a:br>
            <a:br>
              <a:rPr lang="en-GB" dirty="0"/>
            </a:br>
            <a:r>
              <a:rPr lang="en-US" sz="3100" b="0" dirty="0"/>
              <a:t>The Network Port Scanner GUI is a Python-based tool that scans open ports on a target system using a user-friendly interface. Users can enter an IP address and port range to quickly identify active ports, making it useful for learning basic networking and security concepts</a:t>
            </a:r>
            <a:r>
              <a:rPr lang="en-US" sz="3100" dirty="0"/>
              <a:t>.</a:t>
            </a:r>
            <a:br>
              <a:rPr lang="en-US" sz="3100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170" y="1362392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7B76B8F-BEA1-9DEC-2F2D-0B23CA26C69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72652" y="2491903"/>
            <a:ext cx="488948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Beginners in ethical hacking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administrators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professionals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317" y="821093"/>
            <a:ext cx="6466115" cy="1086801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31AE1C8-DC28-799F-BB2B-2C3308F5CC4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192693" y="2714854"/>
            <a:ext cx="430141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(GUI)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Socket Programming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Networking Concepts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Gemini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D3598-1958-58D3-2F6C-D150BDE85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32" y="1909213"/>
            <a:ext cx="7863668" cy="465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22D15-166C-D0B9-FE13-75E82E5A7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65" y="1791478"/>
            <a:ext cx="8327504" cy="48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431F35-8D55-4F9B-7DA8-E9CB0CC58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57" y="1432495"/>
            <a:ext cx="7612896" cy="49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93847E-E5F1-C328-6C3E-7ACDE66C1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81" y="1324947"/>
            <a:ext cx="7660432" cy="52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86A8A-015B-A6DB-909D-A8BE86F03374}"/>
              </a:ext>
            </a:extLst>
          </p:cNvPr>
          <p:cNvSpPr txBox="1"/>
          <p:nvPr/>
        </p:nvSpPr>
        <p:spPr>
          <a:xfrm>
            <a:off x="3051110" y="3110500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https://github.com/AKSHITHA-2109/Network-Port-Scanner-GUI.git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2" y="3097763"/>
            <a:ext cx="3120987" cy="864809"/>
          </a:xfrm>
        </p:spPr>
        <p:txBody>
          <a:bodyPr>
            <a:normAutofit/>
          </a:bodyPr>
          <a:lstStyle/>
          <a:p>
            <a:r>
              <a:rPr lang="en-US" dirty="0"/>
              <a:t>Looking forward to your valuable feedback.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587</TotalTime>
  <Words>189</Words>
  <Application>Microsoft Office PowerPoint</Application>
  <PresentationFormat>Widescreen</PresentationFormat>
  <Paragraphs>35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Network Port Scanner GUI</vt:lpstr>
      <vt:lpstr>PROBLEM  STATEMENT</vt:lpstr>
      <vt:lpstr>Project Description    The Network Port Scanner GUI is a Python-based tool that scans open ports on a target system using a user-friendly interface. Users can enter an IP address and port range to quickly identify active ports, making it useful for learning basic networking and security concepts.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Akshitha Kayam</cp:lastModifiedBy>
  <cp:revision>77</cp:revision>
  <dcterms:created xsi:type="dcterms:W3CDTF">2021-07-11T13:13:15Z</dcterms:created>
  <dcterms:modified xsi:type="dcterms:W3CDTF">2026-04-05T05:17:39Z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